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Personal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Personal data = digital currency</a:t>
            </a:r>
          </a:p>
          <a:p>
            <a:pPr/>
            <a:r>
              <a:t>Generated through online activity</a:t>
            </a:r>
          </a:p>
          <a:p>
            <a:pPr/>
            <a:r>
              <a:t>Value comes from turning data into insights</a:t>
            </a:r>
          </a:p>
          <a:p>
            <a:pPr/>
            <a:r>
              <a:t>Consumers produce 2.5 quintillion bytes/day</a:t>
            </a:r>
          </a:p>
          <a:p>
            <a:pPr/>
            <a:r>
              <a:t>Used for prediction and economic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Personal Data Creates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Google collects broad user data</a:t>
            </a:r>
          </a:p>
          <a:p>
            <a:pPr/>
            <a:r>
              <a:t>Enables highly targeted advertising</a:t>
            </a:r>
          </a:p>
          <a:p>
            <a:pPr/>
            <a:r>
              <a:t>Apple collects minimal data</a:t>
            </a:r>
          </a:p>
          <a:p>
            <a:pPr/>
            <a:r>
              <a:t>Uses privacy as a selling point</a:t>
            </a:r>
          </a:p>
          <a:p>
            <a:pPr/>
            <a:r>
              <a:t>Data supports product design, personalisation, and user lock‑in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Value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Google: sells targeted Ads</a:t>
            </a:r>
          </a:p>
          <a:p>
            <a:pPr/>
            <a:r>
              <a:t>Apple: strengthens ecosystem &amp; premium brand</a:t>
            </a:r>
          </a:p>
          <a:p>
            <a:pPr/>
            <a:r>
              <a:t>Both: improve services, personalise experiences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Personal Data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Erosion of privacy (surveillance capitalism)</a:t>
            </a:r>
          </a:p>
          <a:p>
            <a:pPr/>
            <a:r>
              <a:t>Users become data sources for companies</a:t>
            </a:r>
          </a:p>
          <a:p>
            <a:pPr/>
            <a:r>
              <a:t>Behaviour prediction &amp; influence</a:t>
            </a:r>
          </a:p>
          <a:p>
            <a:pPr/>
            <a:r>
              <a:t>Risk of data monopolies</a:t>
            </a:r>
          </a:p>
          <a:p>
            <a:pPr/>
            <a:r>
              <a:t>Market domination &amp; reduced competition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Everything becoming ‘datified’</a:t>
            </a:r>
          </a:p>
          <a:p>
            <a:pPr/>
            <a:r>
              <a:t>Data protection law becoming too broad</a:t>
            </a:r>
          </a:p>
          <a:p>
            <a:pPr/>
            <a:r>
              <a:t>Perfect anonymity no longer possible</a:t>
            </a:r>
          </a:p>
          <a:p>
            <a:pPr/>
            <a:r>
              <a:t>Future tech can re‑identify ‘anonymised’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Personal data powers modern digital economy</a:t>
            </a:r>
          </a:p>
          <a:p>
            <a:pPr/>
            <a:r>
              <a:t>Blurs line between consumer &amp; commodity</a:t>
            </a:r>
          </a:p>
          <a:p>
            <a:pPr/>
            <a:r>
              <a:t>Key challenge: balance innovation &amp; privacy</a:t>
            </a:r>
          </a:p>
          <a:p>
            <a:pPr/>
            <a:r>
              <a:t>Goal: protect freedoms while enabling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